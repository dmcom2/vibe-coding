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67" r:id="rId4"/>
    <p:sldId id="288" r:id="rId5"/>
    <p:sldId id="285" r:id="rId6"/>
    <p:sldId id="273" r:id="rId7"/>
    <p:sldId id="274" r:id="rId8"/>
    <p:sldId id="275" r:id="rId9"/>
    <p:sldId id="287" r:id="rId10"/>
    <p:sldId id="289" r:id="rId11"/>
    <p:sldId id="276" r:id="rId12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3884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pos="444">
          <p15:clr>
            <a:srgbClr val="A4A3A4"/>
          </p15:clr>
        </p15:guide>
        <p15:guide id="6" pos="6068">
          <p15:clr>
            <a:srgbClr val="A4A3A4"/>
          </p15:clr>
        </p15:guide>
        <p15:guide id="7" pos="126">
          <p15:clr>
            <a:srgbClr val="A4A3A4"/>
          </p15:clr>
        </p15:guide>
        <p15:guide id="8" pos="2621">
          <p15:clr>
            <a:srgbClr val="A4A3A4"/>
          </p15:clr>
        </p15:guide>
        <p15:guide id="9" pos="4526">
          <p15:clr>
            <a:srgbClr val="A4A3A4"/>
          </p15:clr>
        </p15:guide>
        <p15:guide id="10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85" autoAdjust="0"/>
    <p:restoredTop sz="94660"/>
  </p:normalViewPr>
  <p:slideViewPr>
    <p:cSldViewPr snapToGrid="0">
      <p:cViewPr>
        <p:scale>
          <a:sx n="125" d="100"/>
          <a:sy n="125" d="100"/>
        </p:scale>
        <p:origin x="192" y="90"/>
      </p:cViewPr>
      <p:guideLst>
        <p:guide orient="horz" pos="1616"/>
        <p:guide orient="horz" pos="754"/>
        <p:guide orient="horz" pos="3884"/>
        <p:guide orient="horz" pos="391"/>
        <p:guide pos="444"/>
        <p:guide pos="6068"/>
        <p:guide pos="126"/>
        <p:guide pos="2621"/>
        <p:guide pos="452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349F5-465D-4E46-9065-7C1152B04FE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73114-BAEF-4F60-BDAD-2C2B71951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21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1"/>
          <p:cNvSpPr>
            <a:spLocks noChangeShapeType="1"/>
          </p:cNvSpPr>
          <p:nvPr/>
        </p:nvSpPr>
        <p:spPr bwMode="auto">
          <a:xfrm>
            <a:off x="641350" y="3140075"/>
            <a:ext cx="8415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pic>
        <p:nvPicPr>
          <p:cNvPr id="39" name="그림 16" descr="회사로고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631" y="6421438"/>
            <a:ext cx="14081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17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784350" y="2349500"/>
            <a:ext cx="6408738" cy="790575"/>
          </a:xfrm>
        </p:spPr>
        <p:txBody>
          <a:bodyPr anchor="b"/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6717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5384800" y="3825081"/>
            <a:ext cx="4025900" cy="792163"/>
          </a:xfrm>
        </p:spPr>
        <p:txBody>
          <a:bodyPr/>
          <a:lstStyle>
            <a:lvl1pPr marL="0" indent="0" algn="ctr">
              <a:defRPr sz="1600">
                <a:latin typeface="HY울릉도M" pitchFamily="18" charset="-127"/>
                <a:ea typeface="HY울릉도M" pitchFamily="18" charset="-127"/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0" name="직사각형 39"/>
          <p:cNvSpPr/>
          <p:nvPr/>
        </p:nvSpPr>
        <p:spPr>
          <a:xfrm rot="10800000">
            <a:off x="4334644" y="3262189"/>
            <a:ext cx="5076056" cy="2160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83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73050" y="6524625"/>
            <a:ext cx="2996333" cy="264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“</a:t>
            </a:r>
            <a:r>
              <a:rPr kumimoji="0" lang="ko-KR" altLang="en-US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경영혁신 활동으로 글로벌 경쟁력 확보</a:t>
            </a: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563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3308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12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1350" y="990600"/>
            <a:ext cx="4306888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0638" y="990600"/>
            <a:ext cx="4306887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2559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4191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1402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81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8200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55017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4138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67563" y="206375"/>
            <a:ext cx="2239962" cy="59293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44500" y="206375"/>
            <a:ext cx="6570663" cy="59293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87756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4500" y="206375"/>
            <a:ext cx="8915400" cy="425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41350" y="990600"/>
            <a:ext cx="8766175" cy="5145088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8412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6375"/>
            <a:ext cx="89154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HY</a:t>
            </a:r>
            <a:r>
              <a:rPr lang="ko-KR" altLang="en-US"/>
              <a:t>울릉도</a:t>
            </a:r>
            <a:r>
              <a:rPr lang="en-US" altLang="ko-KR"/>
              <a:t>M(</a:t>
            </a:r>
            <a:r>
              <a:rPr lang="ko-KR" altLang="en-US"/>
              <a:t>한글</a:t>
            </a:r>
            <a:r>
              <a:rPr lang="en-US" altLang="ko-KR"/>
              <a:t>/</a:t>
            </a:r>
            <a:r>
              <a:rPr lang="ko-KR" altLang="en-US"/>
              <a:t>영문</a:t>
            </a:r>
            <a:r>
              <a:rPr lang="en-US" altLang="ko-KR"/>
              <a:t>) </a:t>
            </a:r>
            <a:r>
              <a:rPr lang="ko-KR" altLang="en-US"/>
              <a:t>폰트 크기 </a:t>
            </a:r>
            <a:r>
              <a:rPr lang="en-US" altLang="ko-KR"/>
              <a:t>18</a:t>
            </a:r>
          </a:p>
        </p:txBody>
      </p: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1350" y="990600"/>
            <a:ext cx="8766175" cy="51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Line 18"/>
          <p:cNvSpPr>
            <a:spLocks noChangeShapeType="1"/>
          </p:cNvSpPr>
          <p:nvPr/>
        </p:nvSpPr>
        <p:spPr bwMode="auto">
          <a:xfrm>
            <a:off x="273050" y="6423025"/>
            <a:ext cx="9367838" cy="0"/>
          </a:xfrm>
          <a:prstGeom prst="line">
            <a:avLst/>
          </a:prstGeom>
          <a:noFill/>
          <a:ln w="57150" cmpd="thinThick">
            <a:solidFill>
              <a:srgbClr val="8DADD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0" bIns="0" anchor="ctr">
            <a:spAutoFit/>
          </a:bodyPr>
          <a:lstStyle/>
          <a:p>
            <a:endParaRPr lang="ko-KR" altLang="en-US" dirty="0"/>
          </a:p>
        </p:txBody>
      </p:sp>
      <p:sp>
        <p:nvSpPr>
          <p:cNvPr id="1031" name="Rectangle 22"/>
          <p:cNvSpPr>
            <a:spLocks noChangeArrowheads="1"/>
          </p:cNvSpPr>
          <p:nvPr/>
        </p:nvSpPr>
        <p:spPr bwMode="auto">
          <a:xfrm>
            <a:off x="4840288" y="6562725"/>
            <a:ext cx="2270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ko-KR" b="1" dirty="0">
                <a:latin typeface="Arial" charset="0"/>
              </a:rPr>
              <a:t> </a:t>
            </a:r>
            <a:fld id="{E75CB7D1-21D7-4C1E-932C-106770B2D3F1}" type="slidenum">
              <a:rPr lang="en-US" altLang="ko-KR" b="1">
                <a:latin typeface="Arial" charset="0"/>
              </a:rPr>
              <a:pPr algn="ctr"/>
              <a:t>‹#›</a:t>
            </a:fld>
            <a:endParaRPr lang="en-US" altLang="ko-KR" b="1" dirty="0">
              <a:latin typeface="Arial" charset="0"/>
            </a:endParaRPr>
          </a:p>
        </p:txBody>
      </p:sp>
      <p:pic>
        <p:nvPicPr>
          <p:cNvPr id="1032" name="그림 16" descr="회사로고.gif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6462713"/>
            <a:ext cx="12795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-9525" y="-1"/>
            <a:ext cx="9915525" cy="631825"/>
          </a:xfrm>
          <a:prstGeom prst="rect">
            <a:avLst/>
          </a:prstGeom>
          <a:solidFill>
            <a:srgbClr val="1C1F92"/>
          </a:solidFill>
          <a:ln w="28575" algn="ctr">
            <a:noFill/>
            <a:miter lim="800000"/>
            <a:headEnd/>
            <a:tailEnd/>
          </a:ln>
        </p:spPr>
        <p:txBody>
          <a:bodyPr wrap="none" lIns="35994" tIns="35994" rIns="35994" bIns="35994" anchor="ctr"/>
          <a:lstStyle/>
          <a:p>
            <a:pPr algn="l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73050" y="6524625"/>
            <a:ext cx="2996333" cy="264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“</a:t>
            </a:r>
            <a:r>
              <a:rPr kumimoji="0" lang="ko-KR" altLang="en-US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경영혁신 활동으로 글로벌 경쟁력 확보</a:t>
            </a:r>
            <a:r>
              <a:rPr kumimoji="0" lang="en-US" altLang="ko-KR" sz="1400" b="1" spc="-150" dirty="0">
                <a:ln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ahoma" pitchFamily="34" charset="0"/>
              </a:rPr>
              <a:t>”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FFCC66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95250" indent="-95250" algn="just" rtl="0" eaLnBrk="1" fontAlgn="base" latinLnBrk="1" hangingPunct="1">
        <a:lnSpc>
          <a:spcPct val="120000"/>
        </a:lnSpc>
        <a:spcBef>
          <a:spcPct val="70000"/>
        </a:spcBef>
        <a:spcAft>
          <a:spcPct val="0"/>
        </a:spcAft>
        <a:buClr>
          <a:srgbClr val="969696"/>
        </a:buClr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63550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Monotype Sorts" pitchFamily="2" charset="2"/>
        <a:buChar char="q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804863" indent="-161925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2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160463" indent="-1762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15287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19859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4431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29003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357563" indent="-188913" algn="just" rtl="0" eaLnBrk="1" fontAlgn="base" latinLnBrk="1" hangingPunct="1">
        <a:lnSpc>
          <a:spcPct val="120000"/>
        </a:lnSpc>
        <a:spcBef>
          <a:spcPct val="35000"/>
        </a:spcBef>
        <a:spcAft>
          <a:spcPct val="0"/>
        </a:spcAft>
        <a:buClr>
          <a:schemeClr val="tx1"/>
        </a:buClr>
        <a:buChar char="–"/>
        <a:defRPr kumimoji="1" sz="1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istudio.google.com/api-key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57054" y="2335852"/>
            <a:ext cx="6540784" cy="790575"/>
          </a:xfrm>
        </p:spPr>
        <p:txBody>
          <a:bodyPr/>
          <a:lstStyle/>
          <a:p>
            <a:r>
              <a:rPr lang="en-US" altLang="ko-KR" dirty="0"/>
              <a:t>Antigravity </a:t>
            </a:r>
            <a:r>
              <a:rPr lang="ko-KR" altLang="en-US" dirty="0"/>
              <a:t>설치 및 </a:t>
            </a:r>
            <a:r>
              <a:rPr lang="en-US" altLang="ko-KR" dirty="0"/>
              <a:t>Zoo code API </a:t>
            </a:r>
            <a:r>
              <a:rPr lang="ko-KR" altLang="en-US" dirty="0"/>
              <a:t>연결 매뉴얼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406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5BE8174D-2EBF-5332-3C46-48DC6685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599" y="1706616"/>
            <a:ext cx="5065258" cy="3379066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6F4366F-7A26-A49C-9EF9-11844906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049" y="1141730"/>
            <a:ext cx="5055808" cy="545479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BA5AFC-26E9-7FA2-2217-A45C7BD85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08" y="1144286"/>
            <a:ext cx="4263576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Antigravity IDE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7054274" y="1231365"/>
            <a:ext cx="1222218" cy="38642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https://antigravity.google/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Download for Windows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Antigravity IDE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Winsdows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에서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Download for x64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클릭하여 다운로드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다운로드 완료 된 설치 파일 실행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1264400" y="4039495"/>
            <a:ext cx="1325119" cy="4509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37360" y="373171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753772" y="107747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967193" y="311168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6328189" y="3396149"/>
            <a:ext cx="1526273" cy="55062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35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21E675D-3767-603F-2EC8-0BE1947A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06" y="1150279"/>
            <a:ext cx="4679182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90059A6-B0C7-77A4-42A7-B144FC21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53" y="1150279"/>
            <a:ext cx="4653547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Antigravity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583956" y="4239734"/>
            <a:ext cx="736844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93837" y="399827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동의합니다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(A)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다음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(N)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클릭하여 설치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Antigravity IDE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Google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로그인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3596596" y="4771280"/>
            <a:ext cx="637307" cy="241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342169" y="4503029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6230569" y="3429000"/>
            <a:ext cx="1829982" cy="4668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69573" y="312122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55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08325-C825-744A-B3D2-9853E38A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59225A3-DBBF-C953-DA92-2C6350A86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95" y="1174196"/>
            <a:ext cx="21649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43B9F6-24C4-6D2C-3010-21C7934CA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77" y="1174065"/>
            <a:ext cx="7165083" cy="3934800"/>
          </a:xfrm>
          <a:prstGeom prst="rect">
            <a:avLst/>
          </a:prstGeom>
          <a:ln w="22225">
            <a:solidFill>
              <a:schemeClr val="accent4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37347B1-A76B-0DA2-8F55-8BD0D5E1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F9668-E9EC-C24A-0C22-CC09F10A486F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Antigravity </a:t>
            </a:r>
            <a:r>
              <a:rPr lang="ko-KR" altLang="en-US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부계정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전환 방법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7F5E72-87F9-2D15-BBF0-7866A3927053}"/>
              </a:ext>
            </a:extLst>
          </p:cNvPr>
          <p:cNvSpPr/>
          <p:nvPr/>
        </p:nvSpPr>
        <p:spPr bwMode="auto">
          <a:xfrm>
            <a:off x="6085724" y="1192071"/>
            <a:ext cx="360996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411285-EA07-0C91-9D7F-195BAF14FE3E}"/>
              </a:ext>
            </a:extLst>
          </p:cNvPr>
          <p:cNvSpPr/>
          <p:nvPr/>
        </p:nvSpPr>
        <p:spPr>
          <a:xfrm>
            <a:off x="5795605" y="91987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5C45B-B85A-038A-02A2-0CFF12425B27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Antigravity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쿼터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소진시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오른쪽 상단 계정 아이콘 클릭 후 로그아웃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로그아웃 후 오른쪽 상단으로 부 계정 로그인 진행 후 사용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82AC1A-385B-6A4C-1E61-AEE80AEFD387}"/>
              </a:ext>
            </a:extLst>
          </p:cNvPr>
          <p:cNvSpPr/>
          <p:nvPr/>
        </p:nvSpPr>
        <p:spPr bwMode="auto">
          <a:xfrm>
            <a:off x="4634346" y="1408071"/>
            <a:ext cx="1751086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8D81D3-BE52-189B-99F7-9C9851A0FAB2}"/>
              </a:ext>
            </a:extLst>
          </p:cNvPr>
          <p:cNvSpPr/>
          <p:nvPr/>
        </p:nvSpPr>
        <p:spPr>
          <a:xfrm>
            <a:off x="4379919" y="1139820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556D9A-4B92-ECFE-7C82-25C7A37D00BB}"/>
              </a:ext>
            </a:extLst>
          </p:cNvPr>
          <p:cNvSpPr/>
          <p:nvPr/>
        </p:nvSpPr>
        <p:spPr bwMode="auto">
          <a:xfrm>
            <a:off x="3196481" y="1613546"/>
            <a:ext cx="1265142" cy="17647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3B2FB8-DC5A-7D69-D565-AE5593A26BA9}"/>
              </a:ext>
            </a:extLst>
          </p:cNvPr>
          <p:cNvSpPr/>
          <p:nvPr/>
        </p:nvSpPr>
        <p:spPr>
          <a:xfrm>
            <a:off x="2888770" y="1367641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FA5AA6-AB6C-4320-0F00-6D39795935E1}"/>
              </a:ext>
            </a:extLst>
          </p:cNvPr>
          <p:cNvSpPr/>
          <p:nvPr/>
        </p:nvSpPr>
        <p:spPr bwMode="auto">
          <a:xfrm>
            <a:off x="8044997" y="1151641"/>
            <a:ext cx="549915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20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A3277DE3-7AED-7C4E-FE19-303E2EF9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89" y="1142350"/>
            <a:ext cx="7043683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B1A097F-990C-A777-1650-3C48A9D4B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820" y="2901307"/>
            <a:ext cx="3246771" cy="20666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B9B9BD0-8978-6298-5E81-6FC25F827FAA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98612" y="1142350"/>
            <a:ext cx="228240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Zoo Code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 방법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329354" y="4239183"/>
            <a:ext cx="283808" cy="44076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-23189" y="3946117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Antigravity IDE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및 로그인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Extensions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검색창에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Zoo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Zoo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프로그램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, Trust Publisher &amp; 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설치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3081766" y="1628510"/>
            <a:ext cx="2161353" cy="29257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822463" y="1374540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5243119" y="2805813"/>
            <a:ext cx="703390" cy="19098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61336" y="252121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7133958" y="4610814"/>
            <a:ext cx="1103325" cy="22321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789868" y="4387070"/>
            <a:ext cx="344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④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94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3" y="1167086"/>
            <a:ext cx="4680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3" name="그림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2603" y="1169462"/>
            <a:ext cx="4680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발급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136371" y="1254408"/>
            <a:ext cx="846231" cy="44076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28545" y="1109139"/>
            <a:ext cx="29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  <a:hlinkClick r:id="rId4"/>
              </a:rPr>
              <a:t>https://aistudio.google.com/api-keys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 후 개인 구글 계정 로그인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 만들기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기본 값 유지 후 키 만들기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8665828" y="4162120"/>
            <a:ext cx="805343" cy="44869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376784" y="3891333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690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8CD7140-EA89-BDA9-1AD1-E3462CF9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081" y="1166381"/>
            <a:ext cx="2598907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1" name="그림 10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8891" y="1158697"/>
            <a:ext cx="6719506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 연결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5930087" y="4610813"/>
            <a:ext cx="941149" cy="32191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82873" y="4338526"/>
            <a:ext cx="2986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생성된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 복사 클릭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부 계정도 동일하게 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API 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키 생성 진행</a:t>
            </a:r>
            <a:endParaRPr lang="en-US" altLang="ko-KR" sz="140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③ Antigravity IDE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Zoo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Code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프로그램 아이콘 클릭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Choose your provider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054103" y="3239655"/>
            <a:ext cx="283808" cy="2844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7461623" y="4113313"/>
            <a:ext cx="1221335" cy="2314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281125" y="3760490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711513" y="3043036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81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329885A-7BB2-20EA-80F1-37400E240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319" y="1167338"/>
            <a:ext cx="6694669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D7FF9B-09A3-E3D5-5E66-5F41A54C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1" y="1169902"/>
            <a:ext cx="2634332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 연결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779254" y="2725792"/>
            <a:ext cx="1902474" cy="13779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08832" y="2404015"/>
            <a:ext cx="76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API Provider :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Google Gemini</a:t>
            </a: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Gemini API Key :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복사한 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본 계정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API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키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Model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검색창에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gemini-3.5-flash-lite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④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Use Custom: gemini-3.5-flash-lite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⑤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Finish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사용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79253" y="3230945"/>
            <a:ext cx="1902474" cy="1946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719488" y="4233537"/>
            <a:ext cx="1962239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8832" y="390110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97609" y="2918980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4A49E1-664D-21FB-9AF5-307D233B2B6A}"/>
              </a:ext>
            </a:extLst>
          </p:cNvPr>
          <p:cNvSpPr/>
          <p:nvPr/>
        </p:nvSpPr>
        <p:spPr bwMode="auto">
          <a:xfrm>
            <a:off x="768724" y="4708001"/>
            <a:ext cx="1913003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79D1A4-6502-14CA-4C7F-349DBBFE77CB}"/>
              </a:ext>
            </a:extLst>
          </p:cNvPr>
          <p:cNvSpPr/>
          <p:nvPr/>
        </p:nvSpPr>
        <p:spPr>
          <a:xfrm>
            <a:off x="497609" y="4484782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4699D5-82F2-0F3A-5071-A07B66DE010E}"/>
              </a:ext>
            </a:extLst>
          </p:cNvPr>
          <p:cNvSpPr/>
          <p:nvPr/>
        </p:nvSpPr>
        <p:spPr bwMode="auto">
          <a:xfrm>
            <a:off x="1613557" y="4735560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1DFF74-BFE5-D523-B82C-21048113CECA}"/>
              </a:ext>
            </a:extLst>
          </p:cNvPr>
          <p:cNvSpPr/>
          <p:nvPr/>
        </p:nvSpPr>
        <p:spPr bwMode="auto">
          <a:xfrm>
            <a:off x="1379443" y="4514313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7631F7-6886-1BC7-D2FF-A46686964DD8}"/>
              </a:ext>
            </a:extLst>
          </p:cNvPr>
          <p:cNvSpPr/>
          <p:nvPr/>
        </p:nvSpPr>
        <p:spPr bwMode="auto">
          <a:xfrm>
            <a:off x="1206212" y="4261447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8708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BC32-9037-F908-0A1B-8FC6AC67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E3DCEC3B-A0EA-8960-A669-D716284FC94B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76930" y="1151971"/>
            <a:ext cx="2358058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D2FD46C-1E3A-F218-23C8-E538ADC200B6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7768" y="1151970"/>
            <a:ext cx="2304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4951C8-477C-485D-E44F-6D1176C76EDA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23702" y="1159654"/>
            <a:ext cx="2304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0F0021A-FCCF-5985-03B8-1A0AF8182491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99081" y="1158697"/>
            <a:ext cx="2304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1D6096-6308-95D8-74EB-D951C80C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9F9B7-7933-8AFD-8E62-D4DF2CD3DD6D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Sub API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 연결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892854-E133-AAA5-4132-2D46E245F0A5}"/>
              </a:ext>
            </a:extLst>
          </p:cNvPr>
          <p:cNvSpPr/>
          <p:nvPr/>
        </p:nvSpPr>
        <p:spPr bwMode="auto">
          <a:xfrm>
            <a:off x="1922590" y="1181083"/>
            <a:ext cx="205886" cy="18898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BA5412-5112-9A9C-2D64-27E452B8F9F6}"/>
              </a:ext>
            </a:extLst>
          </p:cNvPr>
          <p:cNvSpPr/>
          <p:nvPr/>
        </p:nvSpPr>
        <p:spPr>
          <a:xfrm>
            <a:off x="1605112" y="1240866"/>
            <a:ext cx="3609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994CD-1EEF-C870-3F8D-B8438A4BB694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Zoo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오른쪽 상단 설정 버튼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Configuration Profile +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버튼 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Sub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Create Profile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④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부 계정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API KEY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 후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Model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검색창에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gemini-3.5-flash-lite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입력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⑤ Use Custom: gemini-3.5-flash-lite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Save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5E9398-0689-C930-3164-63276E155173}"/>
              </a:ext>
            </a:extLst>
          </p:cNvPr>
          <p:cNvSpPr/>
          <p:nvPr/>
        </p:nvSpPr>
        <p:spPr bwMode="auto">
          <a:xfrm>
            <a:off x="4323602" y="2162864"/>
            <a:ext cx="171555" cy="1946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41DD39-E607-2F18-630F-CADBBE8763F0}"/>
              </a:ext>
            </a:extLst>
          </p:cNvPr>
          <p:cNvSpPr/>
          <p:nvPr/>
        </p:nvSpPr>
        <p:spPr bwMode="auto">
          <a:xfrm>
            <a:off x="5018032" y="3042512"/>
            <a:ext cx="2128119" cy="1823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6BBED35-C0F5-1687-0CA9-6C525328F359}"/>
              </a:ext>
            </a:extLst>
          </p:cNvPr>
          <p:cNvSpPr/>
          <p:nvPr/>
        </p:nvSpPr>
        <p:spPr>
          <a:xfrm>
            <a:off x="6460772" y="2749201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92967A-594F-3879-EE9E-BA910C984F53}"/>
              </a:ext>
            </a:extLst>
          </p:cNvPr>
          <p:cNvSpPr/>
          <p:nvPr/>
        </p:nvSpPr>
        <p:spPr>
          <a:xfrm>
            <a:off x="4048383" y="1883562"/>
            <a:ext cx="3609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CDED8A-48E4-C3E1-06EB-D04653EBDC87}"/>
              </a:ext>
            </a:extLst>
          </p:cNvPr>
          <p:cNvSpPr/>
          <p:nvPr/>
        </p:nvSpPr>
        <p:spPr bwMode="auto">
          <a:xfrm>
            <a:off x="6398950" y="3381272"/>
            <a:ext cx="747201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D3F8E5-5108-29AE-7457-70F234A1F431}"/>
              </a:ext>
            </a:extLst>
          </p:cNvPr>
          <p:cNvSpPr/>
          <p:nvPr/>
        </p:nvSpPr>
        <p:spPr>
          <a:xfrm>
            <a:off x="6104783" y="3158053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540106-79C2-BCF4-8F37-847DBEC941FE}"/>
              </a:ext>
            </a:extLst>
          </p:cNvPr>
          <p:cNvSpPr/>
          <p:nvPr/>
        </p:nvSpPr>
        <p:spPr bwMode="auto">
          <a:xfrm>
            <a:off x="7752028" y="3816007"/>
            <a:ext cx="1768489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BD4C83-F0AB-93CA-84D2-966B067E5F7E}"/>
              </a:ext>
            </a:extLst>
          </p:cNvPr>
          <p:cNvSpPr/>
          <p:nvPr/>
        </p:nvSpPr>
        <p:spPr>
          <a:xfrm>
            <a:off x="7465546" y="3592788"/>
            <a:ext cx="588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EB8A73-F0F0-19FD-6D1B-6B2301903ABB}"/>
              </a:ext>
            </a:extLst>
          </p:cNvPr>
          <p:cNvSpPr/>
          <p:nvPr/>
        </p:nvSpPr>
        <p:spPr bwMode="auto">
          <a:xfrm>
            <a:off x="7752028" y="4228486"/>
            <a:ext cx="1768489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1DCD9BD-1C82-79F6-EBA6-F089BDA4EB81}"/>
              </a:ext>
            </a:extLst>
          </p:cNvPr>
          <p:cNvSpPr/>
          <p:nvPr/>
        </p:nvSpPr>
        <p:spPr>
          <a:xfrm>
            <a:off x="7465546" y="4005267"/>
            <a:ext cx="588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26B3924-E4ED-E3F0-31F8-D13A9EC197FF}"/>
              </a:ext>
            </a:extLst>
          </p:cNvPr>
          <p:cNvSpPr/>
          <p:nvPr/>
        </p:nvSpPr>
        <p:spPr bwMode="auto">
          <a:xfrm>
            <a:off x="9151684" y="1399494"/>
            <a:ext cx="444771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C83966-308D-0657-8362-7D57700BF6F7}"/>
              </a:ext>
            </a:extLst>
          </p:cNvPr>
          <p:cNvSpPr/>
          <p:nvPr/>
        </p:nvSpPr>
        <p:spPr>
          <a:xfrm>
            <a:off x="8857367" y="1145245"/>
            <a:ext cx="588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55B44A-84E0-BDFB-08AF-C327401B28C4}"/>
              </a:ext>
            </a:extLst>
          </p:cNvPr>
          <p:cNvSpPr/>
          <p:nvPr/>
        </p:nvSpPr>
        <p:spPr bwMode="auto">
          <a:xfrm>
            <a:off x="8290490" y="4051016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C6329B-76E3-F781-E378-D040C1A9A1B3}"/>
              </a:ext>
            </a:extLst>
          </p:cNvPr>
          <p:cNvSpPr/>
          <p:nvPr/>
        </p:nvSpPr>
        <p:spPr bwMode="auto">
          <a:xfrm>
            <a:off x="8544905" y="4259381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3BE829-D7C7-4C79-58DE-C660F1A314CE}"/>
              </a:ext>
            </a:extLst>
          </p:cNvPr>
          <p:cNvSpPr/>
          <p:nvPr/>
        </p:nvSpPr>
        <p:spPr bwMode="auto">
          <a:xfrm>
            <a:off x="7752028" y="3100010"/>
            <a:ext cx="1768489" cy="1958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F814FA-D285-5342-10C7-E7966EE7EA0E}"/>
              </a:ext>
            </a:extLst>
          </p:cNvPr>
          <p:cNvSpPr/>
          <p:nvPr/>
        </p:nvSpPr>
        <p:spPr>
          <a:xfrm>
            <a:off x="7465546" y="2876791"/>
            <a:ext cx="588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00C906-322E-8FEF-A4B0-6DD8D8A64B7D}"/>
              </a:ext>
            </a:extLst>
          </p:cNvPr>
          <p:cNvSpPr/>
          <p:nvPr/>
        </p:nvSpPr>
        <p:spPr bwMode="auto">
          <a:xfrm>
            <a:off x="8115275" y="3843142"/>
            <a:ext cx="691563" cy="1383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79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EEC1-C822-8F02-5D77-BD050C27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3A50F55-2A6B-5E93-53B1-8E261839CBE9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42079" y="1140211"/>
            <a:ext cx="230400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3B868BA-C889-6A15-D6CE-3075D85635E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60" y="1142908"/>
            <a:ext cx="234576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5999F3-7F5F-D4B5-4EBF-E4050F13F2AD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97249" y="1151970"/>
            <a:ext cx="2304000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14E2D9B-21EC-E4BE-365A-F2E577709011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618228" y="1140211"/>
            <a:ext cx="2304000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3EB421-1866-1D9D-C3B8-B1EA77F6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C087A-6203-DB8D-6EF6-21416B067EFE}"/>
              </a:ext>
            </a:extLst>
          </p:cNvPr>
          <p:cNvSpPr txBox="1"/>
          <p:nvPr/>
        </p:nvSpPr>
        <p:spPr>
          <a:xfrm>
            <a:off x="4761" y="745176"/>
            <a:ext cx="567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Antigravity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확장 프로그램 설치 및 모델 변경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95249E-1BF9-1456-320A-2FEB3E7A8141}"/>
              </a:ext>
            </a:extLst>
          </p:cNvPr>
          <p:cNvSpPr/>
          <p:nvPr/>
        </p:nvSpPr>
        <p:spPr bwMode="auto">
          <a:xfrm>
            <a:off x="319091" y="2844227"/>
            <a:ext cx="236150" cy="1988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D4D7EB-5FB8-B9E2-D94B-43152992D669}"/>
              </a:ext>
            </a:extLst>
          </p:cNvPr>
          <p:cNvSpPr/>
          <p:nvPr/>
        </p:nvSpPr>
        <p:spPr>
          <a:xfrm>
            <a:off x="3334" y="2591304"/>
            <a:ext cx="76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7E1C5-A544-9732-0790-B1F48BCF7E04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Antigravity IDE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실행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Extensions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 창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Korean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검색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Korean </a:t>
            </a:r>
            <a:r>
              <a:rPr lang="en-US" altLang="ko-KR" sz="1400" dirty="0" err="1">
                <a:latin typeface="HY견고딕" pitchFamily="18" charset="-127"/>
                <a:ea typeface="HY견고딕" pitchFamily="18" charset="-127"/>
              </a:rPr>
              <a:t>Languge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Pack for Visual Studio Code Install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③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설치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Change Language and Restart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ko-KR" altLang="ko-KR" sz="1400" dirty="0">
                <a:latin typeface="HY견고딕" pitchFamily="18" charset="-127"/>
                <a:ea typeface="HY견고딕" pitchFamily="18" charset="-127"/>
              </a:rPr>
              <a:t>④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Live server, Antigravity Watcher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프로그램도 동일하게 설치 진행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FD2381-C381-69A3-5F41-7E2B8AA7D452}"/>
              </a:ext>
            </a:extLst>
          </p:cNvPr>
          <p:cNvSpPr/>
          <p:nvPr/>
        </p:nvSpPr>
        <p:spPr bwMode="auto">
          <a:xfrm>
            <a:off x="660808" y="1463038"/>
            <a:ext cx="1909120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0E0B54-5021-1E88-BE07-98419215333D}"/>
              </a:ext>
            </a:extLst>
          </p:cNvPr>
          <p:cNvSpPr/>
          <p:nvPr/>
        </p:nvSpPr>
        <p:spPr bwMode="auto">
          <a:xfrm>
            <a:off x="2168249" y="4768637"/>
            <a:ext cx="435429" cy="252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80616C-9B40-005E-6770-966F08D7E45B}"/>
              </a:ext>
            </a:extLst>
          </p:cNvPr>
          <p:cNvSpPr/>
          <p:nvPr/>
        </p:nvSpPr>
        <p:spPr>
          <a:xfrm>
            <a:off x="1807253" y="4592654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FBB5E8B-97AC-AB92-DED6-C525323029AC}"/>
              </a:ext>
            </a:extLst>
          </p:cNvPr>
          <p:cNvSpPr/>
          <p:nvPr/>
        </p:nvSpPr>
        <p:spPr>
          <a:xfrm>
            <a:off x="411611" y="1150762"/>
            <a:ext cx="9760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011349-EF9B-9779-6FCB-EFA92A17D877}"/>
              </a:ext>
            </a:extLst>
          </p:cNvPr>
          <p:cNvSpPr/>
          <p:nvPr/>
        </p:nvSpPr>
        <p:spPr bwMode="auto">
          <a:xfrm>
            <a:off x="3902829" y="4816584"/>
            <a:ext cx="1013809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1ED34B-9D8C-DEB8-0DEF-ED990A9A8F7C}"/>
              </a:ext>
            </a:extLst>
          </p:cNvPr>
          <p:cNvSpPr/>
          <p:nvPr/>
        </p:nvSpPr>
        <p:spPr>
          <a:xfrm>
            <a:off x="3607139" y="4524047"/>
            <a:ext cx="2593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B7C2EF-61D5-0762-A5C8-A4E5FC7BE120}"/>
              </a:ext>
            </a:extLst>
          </p:cNvPr>
          <p:cNvSpPr/>
          <p:nvPr/>
        </p:nvSpPr>
        <p:spPr bwMode="auto">
          <a:xfrm>
            <a:off x="5263087" y="1652603"/>
            <a:ext cx="1955379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2556B4-230B-E10C-A9EA-33B820E22C68}"/>
              </a:ext>
            </a:extLst>
          </p:cNvPr>
          <p:cNvSpPr/>
          <p:nvPr/>
        </p:nvSpPr>
        <p:spPr bwMode="auto">
          <a:xfrm>
            <a:off x="6897735" y="3236103"/>
            <a:ext cx="320731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846112-3A48-DDEE-96D1-7F52B777B9A9}"/>
              </a:ext>
            </a:extLst>
          </p:cNvPr>
          <p:cNvSpPr/>
          <p:nvPr/>
        </p:nvSpPr>
        <p:spPr>
          <a:xfrm>
            <a:off x="6591060" y="3206480"/>
            <a:ext cx="26590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985351-A898-5AD7-69B1-FE209A854210}"/>
              </a:ext>
            </a:extLst>
          </p:cNvPr>
          <p:cNvSpPr/>
          <p:nvPr/>
        </p:nvSpPr>
        <p:spPr>
          <a:xfrm>
            <a:off x="5081311" y="1371656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802416C-5CD6-7B7D-88A0-26192AB438AA}"/>
              </a:ext>
            </a:extLst>
          </p:cNvPr>
          <p:cNvSpPr/>
          <p:nvPr/>
        </p:nvSpPr>
        <p:spPr bwMode="auto">
          <a:xfrm>
            <a:off x="4940177" y="3010453"/>
            <a:ext cx="231497" cy="1988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5CF83F9-7791-6D3F-BD55-CE46CFB7D7A5}"/>
              </a:ext>
            </a:extLst>
          </p:cNvPr>
          <p:cNvSpPr/>
          <p:nvPr/>
        </p:nvSpPr>
        <p:spPr>
          <a:xfrm>
            <a:off x="5145637" y="2757530"/>
            <a:ext cx="7522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09449DA-270B-4D76-5B09-D76EF2A0BF8C}"/>
              </a:ext>
            </a:extLst>
          </p:cNvPr>
          <p:cNvSpPr/>
          <p:nvPr/>
        </p:nvSpPr>
        <p:spPr bwMode="auto">
          <a:xfrm>
            <a:off x="7627620" y="1652603"/>
            <a:ext cx="1974494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C4F725-32B9-B4D7-F7C8-45479DAD77E2}"/>
              </a:ext>
            </a:extLst>
          </p:cNvPr>
          <p:cNvSpPr/>
          <p:nvPr/>
        </p:nvSpPr>
        <p:spPr bwMode="auto">
          <a:xfrm>
            <a:off x="9189720" y="2702703"/>
            <a:ext cx="408610" cy="216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DC5575-AD03-FC3C-5810-92742D8A74EC}"/>
              </a:ext>
            </a:extLst>
          </p:cNvPr>
          <p:cNvSpPr/>
          <p:nvPr/>
        </p:nvSpPr>
        <p:spPr>
          <a:xfrm>
            <a:off x="8869260" y="2626855"/>
            <a:ext cx="26590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F11F67-4C41-9D39-9153-8369EF6721DF}"/>
              </a:ext>
            </a:extLst>
          </p:cNvPr>
          <p:cNvSpPr/>
          <p:nvPr/>
        </p:nvSpPr>
        <p:spPr>
          <a:xfrm>
            <a:off x="7419451" y="1368653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4E9A84B-97EE-0936-BE09-054E6E34CF94}"/>
              </a:ext>
            </a:extLst>
          </p:cNvPr>
          <p:cNvSpPr/>
          <p:nvPr/>
        </p:nvSpPr>
        <p:spPr bwMode="auto">
          <a:xfrm>
            <a:off x="7293420" y="2995213"/>
            <a:ext cx="231497" cy="1988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8EDFE9D-32C5-83D9-232A-A4EBBC5B0195}"/>
              </a:ext>
            </a:extLst>
          </p:cNvPr>
          <p:cNvSpPr/>
          <p:nvPr/>
        </p:nvSpPr>
        <p:spPr>
          <a:xfrm>
            <a:off x="7498880" y="2742290"/>
            <a:ext cx="7522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05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EA9E-841A-3F0B-157E-23F01C58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B2767D59-A70A-3D19-B937-BEDC0CE3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72" y="1150405"/>
            <a:ext cx="4655128" cy="3934800"/>
          </a:xfrm>
          <a:prstGeom prst="rect">
            <a:avLst/>
          </a:prstGeom>
          <a:ln w="22225">
            <a:solidFill>
              <a:schemeClr val="tx2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F0D2EEF-FBC7-B59D-FA4E-87EAFFCE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" y="206375"/>
            <a:ext cx="8915400" cy="425450"/>
          </a:xfrm>
        </p:spPr>
        <p:txBody>
          <a:bodyPr/>
          <a:lstStyle/>
          <a:p>
            <a:r>
              <a:rPr lang="en-US" altLang="ko-KR" sz="2500" dirty="0"/>
              <a:t>Antigravity </a:t>
            </a:r>
            <a:r>
              <a:rPr lang="ko-KR" altLang="en-US" sz="2500" dirty="0"/>
              <a:t>설치 및 </a:t>
            </a:r>
            <a:r>
              <a:rPr lang="en-US" altLang="ko-KR" sz="2500" dirty="0"/>
              <a:t>Zoo code API </a:t>
            </a:r>
            <a:r>
              <a:rPr lang="ko-KR" altLang="en-US" sz="2500" dirty="0"/>
              <a:t>연결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1FDED-5D38-DF53-3F83-AEF867038285}"/>
              </a:ext>
            </a:extLst>
          </p:cNvPr>
          <p:cNvSpPr txBox="1"/>
          <p:nvPr/>
        </p:nvSpPr>
        <p:spPr>
          <a:xfrm>
            <a:off x="4761" y="745176"/>
            <a:ext cx="583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30B817-1A6E-4BA5-950B-5D318E4CFC62}" type="slidenum">
              <a:rPr lang="en-US" altLang="ko-KR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Antigravity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변경 방법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11817-4060-C3B9-4A56-EABA166FE514}"/>
              </a:ext>
            </a:extLst>
          </p:cNvPr>
          <p:cNvSpPr txBox="1"/>
          <p:nvPr/>
        </p:nvSpPr>
        <p:spPr>
          <a:xfrm>
            <a:off x="284309" y="5093497"/>
            <a:ext cx="9358363" cy="12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Antigravity IDE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오른쪽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Agent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중앙 모델 클릭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 Gemini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3.5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Flash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클릭후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Low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로 변경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- Zoo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사용 중 사용량 초과 시 모델 변경 방법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① Zoo Code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하단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default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클릭 후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Sub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모델로 전환 후 사용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②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반드시 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default API KEY(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본 계정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), sub API KEY (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부 계정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)(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으</a:t>
            </a:r>
            <a:r>
              <a:rPr lang="en-US" altLang="ko-KR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로 입력 후 사용</a:t>
            </a:r>
            <a:endParaRPr lang="en-US" altLang="ko-KR" sz="140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985351-A898-5AD7-69B1-FE209A854210}"/>
              </a:ext>
            </a:extLst>
          </p:cNvPr>
          <p:cNvSpPr/>
          <p:nvPr/>
        </p:nvSpPr>
        <p:spPr>
          <a:xfrm>
            <a:off x="1364402" y="3377480"/>
            <a:ext cx="12654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72EAA8-BA66-FF9D-A92B-080146AA6319}"/>
              </a:ext>
            </a:extLst>
          </p:cNvPr>
          <p:cNvSpPr/>
          <p:nvPr/>
        </p:nvSpPr>
        <p:spPr bwMode="auto">
          <a:xfrm>
            <a:off x="3029151" y="3019994"/>
            <a:ext cx="1013809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288219-CF91-8545-91A2-E4FED7F54D9E}"/>
              </a:ext>
            </a:extLst>
          </p:cNvPr>
          <p:cNvSpPr/>
          <p:nvPr/>
        </p:nvSpPr>
        <p:spPr bwMode="auto">
          <a:xfrm>
            <a:off x="341615" y="3672467"/>
            <a:ext cx="610959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CF83F9-7791-6D3F-BD55-CE46CFB7D7A5}"/>
              </a:ext>
            </a:extLst>
          </p:cNvPr>
          <p:cNvSpPr/>
          <p:nvPr/>
        </p:nvSpPr>
        <p:spPr>
          <a:xfrm>
            <a:off x="2768694" y="2703925"/>
            <a:ext cx="767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DC5575-AD03-FC3C-5810-92742D8A74EC}"/>
              </a:ext>
            </a:extLst>
          </p:cNvPr>
          <p:cNvSpPr/>
          <p:nvPr/>
        </p:nvSpPr>
        <p:spPr>
          <a:xfrm>
            <a:off x="241750" y="3377480"/>
            <a:ext cx="2659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③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A27C23-3171-3F30-8AAE-B43553F2609E}"/>
              </a:ext>
            </a:extLst>
          </p:cNvPr>
          <p:cNvSpPr/>
          <p:nvPr/>
        </p:nvSpPr>
        <p:spPr bwMode="auto">
          <a:xfrm>
            <a:off x="1619939" y="3680266"/>
            <a:ext cx="2019846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2D28877E-F453-1BB2-D2A0-C85C52F1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24" y="1150405"/>
            <a:ext cx="4655128" cy="3934800"/>
          </a:xfrm>
          <a:prstGeom prst="rect">
            <a:avLst/>
          </a:prstGeom>
          <a:ln w="22225">
            <a:solidFill>
              <a:schemeClr val="dk1"/>
            </a:solidFill>
          </a:ln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600DB8-602D-3675-66CA-074F79381356}"/>
              </a:ext>
            </a:extLst>
          </p:cNvPr>
          <p:cNvSpPr/>
          <p:nvPr/>
        </p:nvSpPr>
        <p:spPr bwMode="auto">
          <a:xfrm>
            <a:off x="6503871" y="4848794"/>
            <a:ext cx="484351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AA67DBD-3AA6-0070-7EB9-38CC0254E955}"/>
              </a:ext>
            </a:extLst>
          </p:cNvPr>
          <p:cNvSpPr/>
          <p:nvPr/>
        </p:nvSpPr>
        <p:spPr>
          <a:xfrm>
            <a:off x="6217920" y="4541017"/>
            <a:ext cx="8792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①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208F83A-4BF8-31AE-B447-87EE5A64DA28}"/>
              </a:ext>
            </a:extLst>
          </p:cNvPr>
          <p:cNvSpPr/>
          <p:nvPr/>
        </p:nvSpPr>
        <p:spPr bwMode="auto">
          <a:xfrm>
            <a:off x="6484620" y="4196342"/>
            <a:ext cx="3142347" cy="21652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38F46E2-8F42-5791-0A46-799DB15CF714}"/>
              </a:ext>
            </a:extLst>
          </p:cNvPr>
          <p:cNvSpPr/>
          <p:nvPr/>
        </p:nvSpPr>
        <p:spPr>
          <a:xfrm>
            <a:off x="6118860" y="3888565"/>
            <a:ext cx="8792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847281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모자이크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모자이크">
      <a:majorFont>
        <a:latin typeface="HY울릉도M"/>
        <a:ea typeface="HY울릉도M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71EC69F5-F93E-424D-882D-751991C2DE82}" vid="{506874BD-E81E-4F6C-809F-2966E34C977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2983</TotalTime>
  <Words>537</Words>
  <Application>Microsoft Office PowerPoint</Application>
  <PresentationFormat>A4 용지(210x297mm)</PresentationFormat>
  <Paragraphs>112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HY견고딕</vt:lpstr>
      <vt:lpstr>HY울릉도M</vt:lpstr>
      <vt:lpstr>Monotype Sorts</vt:lpstr>
      <vt:lpstr>가는각진제목체</vt:lpstr>
      <vt:lpstr>굴림</vt:lpstr>
      <vt:lpstr>맑은 고딕</vt:lpstr>
      <vt:lpstr>Arial</vt:lpstr>
      <vt:lpstr>Wingdings</vt:lpstr>
      <vt:lpstr>테마1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  <vt:lpstr>Antigravity 설치 및 Zoo code API 연결 매뉴얼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SSL VPN 사용자 매뉴얼(PC 버전)</dc:title>
  <dc:creator>D1059</dc:creator>
  <cp:lastModifiedBy>이 주상</cp:lastModifiedBy>
  <cp:revision>256</cp:revision>
  <dcterms:created xsi:type="dcterms:W3CDTF">2025-03-04T01:16:08Z</dcterms:created>
  <dcterms:modified xsi:type="dcterms:W3CDTF">2026-08-19T03:10:38Z</dcterms:modified>
</cp:coreProperties>
</file>